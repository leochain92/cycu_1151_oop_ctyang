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E2CA090-B456-4365-899B-D3171E102E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72E063-0859-42FA-98A5-A8A71DB3E8F9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rPr>
              <a:t>電腦課上機作業紀錄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6520B0-AC11-4FFE-AF30-751F621E8893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 dirty="0" err="1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請先填寫下列資料，再從第</a:t>
            </a:r>
            <a:r>
              <a:rPr sz="1200" b="0" dirty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 2 </a:t>
            </a:r>
            <a:r>
              <a:rPr sz="1200" b="0" dirty="0" err="1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頁開始貼上操作截圖</a:t>
            </a:r>
            <a:r>
              <a:rPr lang="zh-TW" altLang="en-US" sz="1200" b="0" dirty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 </a:t>
            </a:r>
            <a:endParaRPr sz="1200" b="0" dirty="0">
              <a:solidFill>
                <a:srgbClr val="5B6770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9147DD-89EE-479F-B82D-1511A0C2ACE2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10820400" cy="38100"/>
          </a:xfrm>
          <a:prstGeom prst="rect">
            <a:avLst/>
          </a:prstGeom>
          <a:solidFill>
            <a:srgbClr val="9DC3E6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571117-3C14-4D2B-947B-F8C6E261AEC7}"/>
              </a:ext>
            </a:extLst>
          </p:cNvPr>
          <p:cNvSpPr>
            <a:spLocks noGrp="1"/>
          </p:cNvSpPr>
          <p:nvPr/>
        </p:nvSpPr>
        <p:spPr>
          <a:xfrm>
            <a:off x="1762125" y="20955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rPr>
              <a:t>姓名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77C439-68AD-4A9A-8864-2C6B7CA4B19A}"/>
              </a:ext>
            </a:extLst>
          </p:cNvPr>
          <p:cNvSpPr>
            <a:spLocks noGrp="1"/>
          </p:cNvSpPr>
          <p:nvPr/>
        </p:nvSpPr>
        <p:spPr>
          <a:xfrm>
            <a:off x="3810000" y="2076450"/>
            <a:ext cx="5905500" cy="4381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r>
              <a:t>連宥丞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46B7BF-6EDC-4F94-B339-63FD1938AA09}"/>
              </a:ext>
            </a:extLst>
          </p:cNvPr>
          <p:cNvSpPr>
            <a:spLocks noGrp="1"/>
          </p:cNvSpPr>
          <p:nvPr/>
        </p:nvSpPr>
        <p:spPr>
          <a:xfrm>
            <a:off x="1762125" y="26479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rPr>
              <a:t>學號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965EF8-AAEB-435F-81AC-6A271E648D66}"/>
              </a:ext>
            </a:extLst>
          </p:cNvPr>
          <p:cNvSpPr>
            <a:spLocks noGrp="1"/>
          </p:cNvSpPr>
          <p:nvPr/>
        </p:nvSpPr>
        <p:spPr>
          <a:xfrm>
            <a:off x="3810000" y="2628900"/>
            <a:ext cx="5905500" cy="4381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r>
              <a:t>11472012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EC6FAA-D50E-4618-99FC-B5229757A108}"/>
              </a:ext>
            </a:extLst>
          </p:cNvPr>
          <p:cNvSpPr>
            <a:spLocks noGrp="1"/>
          </p:cNvSpPr>
          <p:nvPr/>
        </p:nvSpPr>
        <p:spPr>
          <a:xfrm>
            <a:off x="1762125" y="32004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rPr>
              <a:t>作業日期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383C02-7AEC-482B-B7E9-C9D23F06FB13}"/>
              </a:ext>
            </a:extLst>
          </p:cNvPr>
          <p:cNvSpPr>
            <a:spLocks noGrp="1"/>
          </p:cNvSpPr>
          <p:nvPr/>
        </p:nvSpPr>
        <p:spPr>
          <a:xfrm>
            <a:off x="3810000" y="3181350"/>
            <a:ext cx="5905500" cy="4381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r>
              <a:t>115 年 10 月 20 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2D63BF-7DDE-4079-AF4E-3BCB113DB868}"/>
              </a:ext>
            </a:extLst>
          </p:cNvPr>
          <p:cNvSpPr>
            <a:spLocks noGrp="1"/>
          </p:cNvSpPr>
          <p:nvPr/>
        </p:nvSpPr>
        <p:spPr>
          <a:xfrm>
            <a:off x="1762125" y="37528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lang="zh-TW" altLang="en-US" sz="1650" b="1" dirty="0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rPr>
              <a:t>課程名稱</a:t>
            </a:r>
            <a:endParaRPr sz="1650" b="1" dirty="0">
              <a:solidFill>
                <a:srgbClr val="1F4E7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200615-9DF5-49E6-8952-78C124E09328}"/>
              </a:ext>
            </a:extLst>
          </p:cNvPr>
          <p:cNvSpPr>
            <a:spLocks noGrp="1"/>
          </p:cNvSpPr>
          <p:nvPr/>
        </p:nvSpPr>
        <p:spPr>
          <a:xfrm>
            <a:off x="3810000" y="3733800"/>
            <a:ext cx="5905500" cy="4381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r>
              <a:t>物件導向程式設計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428128-F1C1-4377-8464-563E7A1F108B}"/>
              </a:ext>
            </a:extLst>
          </p:cNvPr>
          <p:cNvSpPr>
            <a:spLocks noGrp="1"/>
          </p:cNvSpPr>
          <p:nvPr/>
        </p:nvSpPr>
        <p:spPr>
          <a:xfrm>
            <a:off x="1762125" y="430530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1" dirty="0" err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rPr>
              <a:t>練習</a:t>
            </a:r>
            <a:r>
              <a:rPr lang="zh-TW" altLang="en-US" sz="1650" b="1" dirty="0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rPr>
              <a:t>編號</a:t>
            </a:r>
            <a:endParaRPr sz="1650" b="1" dirty="0">
              <a:solidFill>
                <a:srgbClr val="1F4E78"/>
              </a:solidFill>
              <a:latin typeface="Noto Sans CJK TC"/>
              <a:ea typeface="Noto Sans CJK TC"/>
              <a:cs typeface="Noto Sans CJK T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ADB0479-7049-4E85-B641-70AC9A130BAF}"/>
              </a:ext>
            </a:extLst>
          </p:cNvPr>
          <p:cNvSpPr>
            <a:spLocks noGrp="1"/>
          </p:cNvSpPr>
          <p:nvPr/>
        </p:nvSpPr>
        <p:spPr>
          <a:xfrm>
            <a:off x="3810000" y="4286250"/>
            <a:ext cx="5905500" cy="4381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r>
              <a:t>期中練習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1ECD12-76FA-4F74-8F30-1B73F03689BC}"/>
              </a:ext>
            </a:extLst>
          </p:cNvPr>
          <p:cNvSpPr>
            <a:spLocks noGrp="1"/>
          </p:cNvSpPr>
          <p:nvPr/>
        </p:nvSpPr>
        <p:spPr>
          <a:xfrm>
            <a:off x="1762125" y="5181600"/>
            <a:ext cx="8001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r>
              <a:t>11472012_連宥丞_期中練習.pdf</a:t>
            </a:r>
          </a:p>
        </p:txBody>
      </p:sp>
    </p:spTree>
    <p:extLst>
      <p:ext uri="{BB962C8B-B14F-4D97-AF65-F5344CB8AC3E}">
        <p14:creationId xmlns:p14="http://schemas.microsoft.com/office/powerpoint/2010/main" val="9571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6EC608E-BD55-4BD5-8274-C170600CC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A34B0E-C686-45D8-9275-67AA35F77B46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A0460-8384-4104-B548-F84AC27FC3A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3A919-2BCF-452A-BC48-2A2585BB378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練習項目：第一題：讀程式、追蹤變化（1A 數值與型別、1B 遞迴追蹤表、1C 串列別名、1D 字串索引與切片）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2A7FE-2DC6-4002-9BC7-874B788F68B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78AF86-BED0-4EF7-A359-19B645FB8F2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完成說明：程式碼與解答輸出</a:t>
            </a:r>
          </a:p>
        </p:txBody>
      </p:sp>
    </p:spTree>
    <p:extLst>
      <p:ext uri="{BB962C8B-B14F-4D97-AF65-F5344CB8AC3E}">
        <p14:creationId xmlns:p14="http://schemas.microsoft.com/office/powerpoint/2010/main" val="164018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FF6666C-6CF8-4EFF-8709-D5AF159D0C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774CB7-A5C5-4E72-888C-00821E734F3B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C0A53A-A375-4109-8272-93E5A16DD802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AB6B7B-0E4E-40F5-8C96-E41E8AB8295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練習項目：第二題：成績清單摘要函式（計算筆數、總分、平均與及格人數）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67AC42-2A6E-4A1B-8B1E-F0E5935C0E9F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EECAD3-6317-4408-90D8-2ADB26CC1329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完成說明：程式碼</a:t>
            </a:r>
          </a:p>
        </p:txBody>
      </p:sp>
    </p:spTree>
    <p:extLst>
      <p:ext uri="{BB962C8B-B14F-4D97-AF65-F5344CB8AC3E}">
        <p14:creationId xmlns:p14="http://schemas.microsoft.com/office/powerpoint/2010/main" val="1668132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2E4C8FD-2F91-44CD-8E8F-C240FA3CA3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DC88B4C-666E-4287-B3DF-5253CE53DB65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196B4F-6E95-44AB-8377-6A3B45F71DCA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94C64D-C5A4-45AF-AB42-275B025A172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練習項目：第二題：成績清單摘要函式（計算筆數、總分、平均與及格人數）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5167B-C810-427D-B20A-ACB7D459EB05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5BF471-1688-41B4-BFAD-6EAF11B0F164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完成說明：程式成果</a:t>
            </a:r>
          </a:p>
        </p:txBody>
      </p:sp>
    </p:spTree>
    <p:extLst>
      <p:ext uri="{BB962C8B-B14F-4D97-AF65-F5344CB8AC3E}">
        <p14:creationId xmlns:p14="http://schemas.microsoft.com/office/powerpoint/2010/main" val="1809149138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矩形 6">
            <a:extLst>
              <a:ext uri="{FF2B5EF4-FFF2-40B4-BE49-F238E27FC236}">
                <a16:creationId xmlns:a16="http://schemas.microsoft.com/office/drawing/2014/main" id="{E6EC608E-BD55-4BD5-8274-C170600CC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A34B0E-C686-45D8-9275-67AA35F77B46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A0460-8384-4104-B548-F84AC27FC3A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3A919-2BCF-452A-BC48-2A2585BB378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練習項目：第三題：找出符合條件的長回文單字（is_palindrome 與 find_long_palindromes）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2A7FE-2DC6-4002-9BC7-874B788F68B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78AF86-BED0-4EF7-A359-19B645FB8F2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完成說明：程式碼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矩形 6">
            <a:extLst>
              <a:ext uri="{FF2B5EF4-FFF2-40B4-BE49-F238E27FC236}">
                <a16:creationId xmlns:a16="http://schemas.microsoft.com/office/drawing/2014/main" id="{E6EC608E-BD55-4BD5-8274-C170600CC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A34B0E-C686-45D8-9275-67AA35F77B46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A0460-8384-4104-B548-F84AC27FC3A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3A919-2BCF-452A-BC48-2A2585BB378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練習項目：第三題：找出符合條件的長回文單字（is_palindrome 與 find_long_palindromes）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2A7FE-2DC6-4002-9BC7-874B788F68B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78AF86-BED0-4EF7-A359-19B645FB8F2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完成說明：程式成果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矩形 6">
            <a:extLst>
              <a:ext uri="{FF2B5EF4-FFF2-40B4-BE49-F238E27FC236}">
                <a16:creationId xmlns:a16="http://schemas.microsoft.com/office/drawing/2014/main" id="{E6EC608E-BD55-4BD5-8274-C170600CC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A34B0E-C686-45D8-9275-67AA35F77B46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A0460-8384-4104-B548-F84AC27FC3A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3A919-2BCF-452A-BC48-2A2585BB378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練習項目：第四題：使用遞迴計算最大公因數（自製遞迴 gcd 函式，不使用 math.gcd）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2A7FE-2DC6-4002-9BC7-874B788F68B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78AF86-BED0-4EF7-A359-19B645FB8F2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完成說明：程式碼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矩形 6">
            <a:extLst>
              <a:ext uri="{FF2B5EF4-FFF2-40B4-BE49-F238E27FC236}">
                <a16:creationId xmlns:a16="http://schemas.microsoft.com/office/drawing/2014/main" id="{E6EC608E-BD55-4BD5-8274-C170600CC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A34B0E-C686-45D8-9275-67AA35F77B46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A0460-8384-4104-B548-F84AC27FC3A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3A919-2BCF-452A-BC48-2A2585BB378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練習項目：第四題：使用遞迴計算最大公因數（自製遞迴 gcd 函式，不使用 math.gcd）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2A7FE-2DC6-4002-9BC7-874B788F68B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78AF86-BED0-4EF7-A359-19B645FB8F2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完成說明：程式成果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矩形 6">
            <a:extLst>
              <a:ext uri="{FF2B5EF4-FFF2-40B4-BE49-F238E27FC236}">
                <a16:creationId xmlns:a16="http://schemas.microsoft.com/office/drawing/2014/main" id="{E6EC608E-BD55-4BD5-8274-C170600CC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F4E78"/>
          </a:solidFill>
          <a:ln w="0">
            <a:noFill/>
          </a:ln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A34B0E-C686-45D8-9275-67AA35F77B46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操作截圖 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A0460-8384-4104-B548-F84AC27FC3A9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5B6770"/>
                </a:solidFill>
                <a:latin typeface="Noto Sans CJK TC"/>
                <a:ea typeface="Noto Sans CJK TC"/>
                <a:cs typeface="Noto Sans CJK TC"/>
              </a:rPr>
              <a:t>每完成一個要求，貼上一張可清楚呈現成果的螢幕截圖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3A919-2BCF-452A-BC48-2A2585BB378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1">
                <a:solidFill>
                  <a:srgbClr val="1F4E78"/>
                </a:solidFill>
                <a:latin typeface="Noto Sans CJK TC"/>
                <a:ea typeface="Noto Sans CJK TC"/>
                <a:cs typeface="Noto Sans CJK TC"/>
              </a:defRPr>
            </a:pPr>
            <a:r>
              <a:t>練習項目：期中考練習題全卷整合驗證（all_solutions.py）與 AI 輔助紀錄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B2A7FE-2DC6-4002-9BC7-874B788F68B2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333750"/>
          </a:xfrm>
          <a:prstGeom prst="rect">
            <a:avLst/>
          </a:prstGeom>
          <a:solidFill>
            <a:srgbClr val="F8FBFD"/>
          </a:solidFill>
          <a:ln w="19050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在此貼上完整螢幕截圖</a:t>
            </a:r>
          </a:p>
          <a:p>
            <a:endParaRPr sz="1650" b="0">
              <a:solidFill>
                <a:srgbClr val="7B8794"/>
              </a:solidFill>
              <a:latin typeface="Noto Sans CJK TC"/>
              <a:ea typeface="Noto Sans CJK TC"/>
              <a:cs typeface="Noto Sans CJK TC"/>
            </a:endParaRPr>
          </a:p>
          <a:p>
            <a:pPr>
              <a:def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7B8794"/>
                </a:solidFill>
                <a:latin typeface="Noto Sans CJK TC"/>
                <a:ea typeface="Noto Sans CJK TC"/>
                <a:cs typeface="Noto Sans CJK TC"/>
              </a:rPr>
              <a:t>建議顯示操作結果、程式輸出、查詢結果或設定完成畫面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78AF86-BED0-4EF7-A359-19B645FB8F2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628650"/>
          </a:xfrm>
          <a:prstGeom prst="rect">
            <a:avLst/>
          </a:prstGeom>
          <a:solidFill>
            <a:srgbClr val="F4F8FC"/>
          </a:solidFill>
          <a:ln w="9525">
            <a:solidFill>
              <a:srgbClr val="9DC3E6"/>
            </a:solidFill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27364A"/>
                </a:solidFill>
                <a:latin typeface="Noto Sans CJK TC"/>
                <a:ea typeface="Noto Sans CJK TC"/>
                <a:cs typeface="Noto Sans CJK TC"/>
              </a:defRPr>
            </a:pPr>
            <a:r>
              <a:t>完成說明：全題整合執行成果與跟 Gemini 的對話內容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122</Words>
  <Application>Microsoft Macintosh PowerPoint</Application>
  <DocSecurity>0</DocSecurity>
  <PresentationFormat>寬螢幕</PresentationFormat>
  <Paragraphs>34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7" baseType="lpstr">
      <vt:lpstr>Noto Sans CJK TC</vt:lpstr>
      <vt:lpstr>Calibri</vt:lpstr>
      <vt:lpstr>ChatGPT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CHENG-TAO YANG</cp:lastModifiedBy>
  <cp:revision>2</cp:revision>
  <dcterms:created xsi:type="dcterms:W3CDTF">2026-09-24T06:21:39Z</dcterms:created>
  <dcterms:modified xsi:type="dcterms:W3CDTF">2026-09-24T07:16:51Z</dcterms:modified>
</cp:coreProperties>
</file>